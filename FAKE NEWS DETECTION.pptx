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082454-AEED-4C2E-8A40-BB0459925E78}" v="80" dt="2026-03-25T12:54:05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ksha suvarna" userId="00b16c07337c4547" providerId="LiveId" clId="{6EA6A954-E00C-4A75-B3B1-61EC2DC7B715}"/>
    <pc:docChg chg="undo custSel addSld delSld modSld">
      <pc:chgData name="suraksha suvarna" userId="00b16c07337c4547" providerId="LiveId" clId="{6EA6A954-E00C-4A75-B3B1-61EC2DC7B715}" dt="2026-03-26T05:32:00.191" v="488" actId="20577"/>
      <pc:docMkLst>
        <pc:docMk/>
      </pc:docMkLst>
      <pc:sldChg chg="modSp mod">
        <pc:chgData name="suraksha suvarna" userId="00b16c07337c4547" providerId="LiveId" clId="{6EA6A954-E00C-4A75-B3B1-61EC2DC7B715}" dt="2026-03-26T05:32:00.191" v="488" actId="20577"/>
        <pc:sldMkLst>
          <pc:docMk/>
          <pc:sldMk cId="3100961497" sldId="256"/>
        </pc:sldMkLst>
        <pc:spChg chg="mod">
          <ac:chgData name="suraksha suvarna" userId="00b16c07337c4547" providerId="LiveId" clId="{6EA6A954-E00C-4A75-B3B1-61EC2DC7B715}" dt="2026-03-26T05:32:00.191" v="488" actId="20577"/>
          <ac:spMkLst>
            <pc:docMk/>
            <pc:sldMk cId="3100961497" sldId="256"/>
            <ac:spMk id="7" creationId="{88408B02-019C-0B29-97FC-B2D1715871D7}"/>
          </ac:spMkLst>
        </pc:spChg>
      </pc:sldChg>
      <pc:sldChg chg="modSp mod">
        <pc:chgData name="suraksha suvarna" userId="00b16c07337c4547" providerId="LiveId" clId="{6EA6A954-E00C-4A75-B3B1-61EC2DC7B715}" dt="2026-03-25T13:02:27.051" v="464" actId="113"/>
        <pc:sldMkLst>
          <pc:docMk/>
          <pc:sldMk cId="1042249664" sldId="257"/>
        </pc:sldMkLst>
        <pc:spChg chg="mod">
          <ac:chgData name="suraksha suvarna" userId="00b16c07337c4547" providerId="LiveId" clId="{6EA6A954-E00C-4A75-B3B1-61EC2DC7B715}" dt="2026-03-25T12:53:40.447" v="408" actId="1076"/>
          <ac:spMkLst>
            <pc:docMk/>
            <pc:sldMk cId="1042249664" sldId="257"/>
            <ac:spMk id="3" creationId="{1ACC5AC5-13D1-F14B-69B7-EF26B5CD5597}"/>
          </ac:spMkLst>
        </pc:spChg>
        <pc:spChg chg="mod">
          <ac:chgData name="suraksha suvarna" userId="00b16c07337c4547" providerId="LiveId" clId="{6EA6A954-E00C-4A75-B3B1-61EC2DC7B715}" dt="2026-03-25T13:02:27.051" v="464" actId="113"/>
          <ac:spMkLst>
            <pc:docMk/>
            <pc:sldMk cId="1042249664" sldId="257"/>
            <ac:spMk id="5" creationId="{4FE2A041-D382-34FA-BCA1-7E0E350D7EC1}"/>
          </ac:spMkLst>
        </pc:spChg>
      </pc:sldChg>
      <pc:sldChg chg="modSp del mod">
        <pc:chgData name="suraksha suvarna" userId="00b16c07337c4547" providerId="LiveId" clId="{6EA6A954-E00C-4A75-B3B1-61EC2DC7B715}" dt="2026-03-26T02:26:30.558" v="466" actId="2696"/>
        <pc:sldMkLst>
          <pc:docMk/>
          <pc:sldMk cId="1328288051" sldId="260"/>
        </pc:sldMkLst>
        <pc:spChg chg="mod">
          <ac:chgData name="suraksha suvarna" userId="00b16c07337c4547" providerId="LiveId" clId="{6EA6A954-E00C-4A75-B3B1-61EC2DC7B715}" dt="2026-03-26T02:25:24.593" v="465" actId="15"/>
          <ac:spMkLst>
            <pc:docMk/>
            <pc:sldMk cId="1328288051" sldId="260"/>
            <ac:spMk id="3" creationId="{C2D1E127-3D37-96EE-B916-0A4DE93D2BD5}"/>
          </ac:spMkLst>
        </pc:spChg>
      </pc:sldChg>
      <pc:sldChg chg="del">
        <pc:chgData name="suraksha suvarna" userId="00b16c07337c4547" providerId="LiveId" clId="{6EA6A954-E00C-4A75-B3B1-61EC2DC7B715}" dt="2026-03-26T02:26:32.647" v="467" actId="2696"/>
        <pc:sldMkLst>
          <pc:docMk/>
          <pc:sldMk cId="1584174176" sldId="263"/>
        </pc:sldMkLst>
      </pc:sldChg>
      <pc:sldChg chg="addSp modSp new del mod">
        <pc:chgData name="suraksha suvarna" userId="00b16c07337c4547" providerId="LiveId" clId="{6EA6A954-E00C-4A75-B3B1-61EC2DC7B715}" dt="2026-03-25T12:02:41.593" v="182" actId="2696"/>
        <pc:sldMkLst>
          <pc:docMk/>
          <pc:sldMk cId="1150266312" sldId="267"/>
        </pc:sldMkLst>
        <pc:spChg chg="mod">
          <ac:chgData name="suraksha suvarna" userId="00b16c07337c4547" providerId="LiveId" clId="{6EA6A954-E00C-4A75-B3B1-61EC2DC7B715}" dt="2026-03-25T11:12:08.756" v="6" actId="2711"/>
          <ac:spMkLst>
            <pc:docMk/>
            <pc:sldMk cId="1150266312" sldId="267"/>
            <ac:spMk id="2" creationId="{B2E90C23-B8EC-3F37-5BA7-B88967601892}"/>
          </ac:spMkLst>
        </pc:spChg>
        <pc:spChg chg="add mod">
          <ac:chgData name="suraksha suvarna" userId="00b16c07337c4547" providerId="LiveId" clId="{6EA6A954-E00C-4A75-B3B1-61EC2DC7B715}" dt="2026-03-25T11:17:14.430" v="30" actId="13926"/>
          <ac:spMkLst>
            <pc:docMk/>
            <pc:sldMk cId="1150266312" sldId="267"/>
            <ac:spMk id="4" creationId="{CE4B902F-F630-C7AD-84E9-A5B23868E546}"/>
          </ac:spMkLst>
        </pc:spChg>
      </pc:sldChg>
      <pc:sldChg chg="addSp modSp new mod">
        <pc:chgData name="suraksha suvarna" userId="00b16c07337c4547" providerId="LiveId" clId="{6EA6A954-E00C-4A75-B3B1-61EC2DC7B715}" dt="2026-03-25T11:22:05.407" v="44" actId="1076"/>
        <pc:sldMkLst>
          <pc:docMk/>
          <pc:sldMk cId="2954099733" sldId="268"/>
        </pc:sldMkLst>
        <pc:spChg chg="mod">
          <ac:chgData name="suraksha suvarna" userId="00b16c07337c4547" providerId="LiveId" clId="{6EA6A954-E00C-4A75-B3B1-61EC2DC7B715}" dt="2026-03-25T11:21:08.781" v="34" actId="2711"/>
          <ac:spMkLst>
            <pc:docMk/>
            <pc:sldMk cId="2954099733" sldId="268"/>
            <ac:spMk id="2" creationId="{718C6747-D415-415F-2908-E1A56512F00F}"/>
          </ac:spMkLst>
        </pc:spChg>
        <pc:spChg chg="add mod">
          <ac:chgData name="suraksha suvarna" userId="00b16c07337c4547" providerId="LiveId" clId="{6EA6A954-E00C-4A75-B3B1-61EC2DC7B715}" dt="2026-03-25T11:22:05.407" v="44" actId="1076"/>
          <ac:spMkLst>
            <pc:docMk/>
            <pc:sldMk cId="2954099733" sldId="268"/>
            <ac:spMk id="3" creationId="{FCA80239-D222-5B5B-C0F5-59453CEA1782}"/>
          </ac:spMkLst>
        </pc:spChg>
      </pc:sldChg>
      <pc:sldChg chg="addSp modSp new mod">
        <pc:chgData name="suraksha suvarna" userId="00b16c07337c4547" providerId="LiveId" clId="{6EA6A954-E00C-4A75-B3B1-61EC2DC7B715}" dt="2026-03-25T11:30:53.283" v="76" actId="12"/>
        <pc:sldMkLst>
          <pc:docMk/>
          <pc:sldMk cId="1613650700" sldId="269"/>
        </pc:sldMkLst>
        <pc:spChg chg="mod">
          <ac:chgData name="suraksha suvarna" userId="00b16c07337c4547" providerId="LiveId" clId="{6EA6A954-E00C-4A75-B3B1-61EC2DC7B715}" dt="2026-03-25T11:28:29.245" v="52" actId="14100"/>
          <ac:spMkLst>
            <pc:docMk/>
            <pc:sldMk cId="1613650700" sldId="269"/>
            <ac:spMk id="2" creationId="{E340A488-D7CE-047A-37FE-7087CE60A425}"/>
          </ac:spMkLst>
        </pc:spChg>
        <pc:spChg chg="add mod">
          <ac:chgData name="suraksha suvarna" userId="00b16c07337c4547" providerId="LiveId" clId="{6EA6A954-E00C-4A75-B3B1-61EC2DC7B715}" dt="2026-03-25T11:30:53.283" v="76" actId="12"/>
          <ac:spMkLst>
            <pc:docMk/>
            <pc:sldMk cId="1613650700" sldId="269"/>
            <ac:spMk id="3" creationId="{3AA9309E-74C6-0427-05B3-75CA757CDEC5}"/>
          </ac:spMkLst>
        </pc:spChg>
      </pc:sldChg>
      <pc:sldChg chg="addSp modSp new mod">
        <pc:chgData name="suraksha suvarna" userId="00b16c07337c4547" providerId="LiveId" clId="{6EA6A954-E00C-4A75-B3B1-61EC2DC7B715}" dt="2026-03-25T11:32:36.395" v="94" actId="14100"/>
        <pc:sldMkLst>
          <pc:docMk/>
          <pc:sldMk cId="820849352" sldId="270"/>
        </pc:sldMkLst>
        <pc:spChg chg="mod">
          <ac:chgData name="suraksha suvarna" userId="00b16c07337c4547" providerId="LiveId" clId="{6EA6A954-E00C-4A75-B3B1-61EC2DC7B715}" dt="2026-03-25T11:32:20.590" v="91" actId="14100"/>
          <ac:spMkLst>
            <pc:docMk/>
            <pc:sldMk cId="820849352" sldId="270"/>
            <ac:spMk id="2" creationId="{7A3F24F1-E570-4F2C-6406-E0F4AC6377C8}"/>
          </ac:spMkLst>
        </pc:spChg>
        <pc:picChg chg="add mod">
          <ac:chgData name="suraksha suvarna" userId="00b16c07337c4547" providerId="LiveId" clId="{6EA6A954-E00C-4A75-B3B1-61EC2DC7B715}" dt="2026-03-25T11:32:36.395" v="94" actId="14100"/>
          <ac:picMkLst>
            <pc:docMk/>
            <pc:sldMk cId="820849352" sldId="270"/>
            <ac:picMk id="3" creationId="{DEC96B90-3464-3D52-3B2C-817C0A032F9A}"/>
          </ac:picMkLst>
        </pc:picChg>
      </pc:sldChg>
      <pc:sldChg chg="addSp modSp new mod">
        <pc:chgData name="suraksha suvarna" userId="00b16c07337c4547" providerId="LiveId" clId="{6EA6A954-E00C-4A75-B3B1-61EC2DC7B715}" dt="2026-03-25T11:48:18.725" v="114" actId="1076"/>
        <pc:sldMkLst>
          <pc:docMk/>
          <pc:sldMk cId="2373596121" sldId="271"/>
        </pc:sldMkLst>
        <pc:spChg chg="mod">
          <ac:chgData name="suraksha suvarna" userId="00b16c07337c4547" providerId="LiveId" clId="{6EA6A954-E00C-4A75-B3B1-61EC2DC7B715}" dt="2026-03-25T11:33:36.300" v="98" actId="2711"/>
          <ac:spMkLst>
            <pc:docMk/>
            <pc:sldMk cId="2373596121" sldId="271"/>
            <ac:spMk id="2" creationId="{A9D52F6E-E093-D883-C326-499A413A644C}"/>
          </ac:spMkLst>
        </pc:spChg>
        <pc:spChg chg="add mod">
          <ac:chgData name="suraksha suvarna" userId="00b16c07337c4547" providerId="LiveId" clId="{6EA6A954-E00C-4A75-B3B1-61EC2DC7B715}" dt="2026-03-25T11:48:18.725" v="114" actId="1076"/>
          <ac:spMkLst>
            <pc:docMk/>
            <pc:sldMk cId="2373596121" sldId="271"/>
            <ac:spMk id="3" creationId="{8DCB3907-959C-A714-5C2C-10B4FE7FE822}"/>
          </ac:spMkLst>
        </pc:spChg>
      </pc:sldChg>
      <pc:sldChg chg="addSp modSp new mod">
        <pc:chgData name="suraksha suvarna" userId="00b16c07337c4547" providerId="LiveId" clId="{6EA6A954-E00C-4A75-B3B1-61EC2DC7B715}" dt="2026-03-25T11:52:34.984" v="131" actId="2711"/>
        <pc:sldMkLst>
          <pc:docMk/>
          <pc:sldMk cId="2315136504" sldId="272"/>
        </pc:sldMkLst>
        <pc:spChg chg="mod">
          <ac:chgData name="suraksha suvarna" userId="00b16c07337c4547" providerId="LiveId" clId="{6EA6A954-E00C-4A75-B3B1-61EC2DC7B715}" dt="2026-03-25T11:52:34.984" v="131" actId="2711"/>
          <ac:spMkLst>
            <pc:docMk/>
            <pc:sldMk cId="2315136504" sldId="272"/>
            <ac:spMk id="2" creationId="{42381F62-20E5-B86D-8FE4-904EA7E29C92}"/>
          </ac:spMkLst>
        </pc:spChg>
        <pc:spChg chg="add mod">
          <ac:chgData name="suraksha suvarna" userId="00b16c07337c4547" providerId="LiveId" clId="{6EA6A954-E00C-4A75-B3B1-61EC2DC7B715}" dt="2026-03-25T11:52:22.362" v="130" actId="14100"/>
          <ac:spMkLst>
            <pc:docMk/>
            <pc:sldMk cId="2315136504" sldId="272"/>
            <ac:spMk id="4" creationId="{96BF7D5D-B3F4-1D8B-7245-1DFD8BE2A8D5}"/>
          </ac:spMkLst>
        </pc:spChg>
      </pc:sldChg>
      <pc:sldChg chg="addSp delSp modSp new mod">
        <pc:chgData name="suraksha suvarna" userId="00b16c07337c4547" providerId="LiveId" clId="{6EA6A954-E00C-4A75-B3B1-61EC2DC7B715}" dt="2026-03-25T11:57:10.090" v="156" actId="404"/>
        <pc:sldMkLst>
          <pc:docMk/>
          <pc:sldMk cId="565600728" sldId="273"/>
        </pc:sldMkLst>
        <pc:spChg chg="mod">
          <ac:chgData name="suraksha suvarna" userId="00b16c07337c4547" providerId="LiveId" clId="{6EA6A954-E00C-4A75-B3B1-61EC2DC7B715}" dt="2026-03-25T11:54:42.204" v="137" actId="2711"/>
          <ac:spMkLst>
            <pc:docMk/>
            <pc:sldMk cId="565600728" sldId="273"/>
            <ac:spMk id="2" creationId="{6D910C30-FFE9-2478-986F-A3FF87F7FF42}"/>
          </ac:spMkLst>
        </pc:spChg>
        <pc:spChg chg="add del">
          <ac:chgData name="suraksha suvarna" userId="00b16c07337c4547" providerId="LiveId" clId="{6EA6A954-E00C-4A75-B3B1-61EC2DC7B715}" dt="2026-03-25T11:54:21.959" v="134" actId="22"/>
          <ac:spMkLst>
            <pc:docMk/>
            <pc:sldMk cId="565600728" sldId="273"/>
            <ac:spMk id="4" creationId="{C25847B3-CA90-E36C-F9C6-A9892BABBF8B}"/>
          </ac:spMkLst>
        </pc:spChg>
        <pc:spChg chg="add mod">
          <ac:chgData name="suraksha suvarna" userId="00b16c07337c4547" providerId="LiveId" clId="{6EA6A954-E00C-4A75-B3B1-61EC2DC7B715}" dt="2026-03-25T11:57:10.090" v="156" actId="404"/>
          <ac:spMkLst>
            <pc:docMk/>
            <pc:sldMk cId="565600728" sldId="273"/>
            <ac:spMk id="5" creationId="{BC591E82-4F57-B53D-C7C4-34011B8D7A18}"/>
          </ac:spMkLst>
        </pc:spChg>
      </pc:sldChg>
      <pc:sldChg chg="addSp modSp new mod">
        <pc:chgData name="suraksha suvarna" userId="00b16c07337c4547" providerId="LiveId" clId="{6EA6A954-E00C-4A75-B3B1-61EC2DC7B715}" dt="2026-03-25T12:02:26.894" v="180" actId="113"/>
        <pc:sldMkLst>
          <pc:docMk/>
          <pc:sldMk cId="2620739832" sldId="274"/>
        </pc:sldMkLst>
        <pc:spChg chg="mod">
          <ac:chgData name="suraksha suvarna" userId="00b16c07337c4547" providerId="LiveId" clId="{6EA6A954-E00C-4A75-B3B1-61EC2DC7B715}" dt="2026-03-25T12:00:44.758" v="161" actId="2711"/>
          <ac:spMkLst>
            <pc:docMk/>
            <pc:sldMk cId="2620739832" sldId="274"/>
            <ac:spMk id="2" creationId="{014430E9-5029-2261-7AB5-72C50C2E6F7A}"/>
          </ac:spMkLst>
        </pc:spChg>
        <pc:spChg chg="add mod">
          <ac:chgData name="suraksha suvarna" userId="00b16c07337c4547" providerId="LiveId" clId="{6EA6A954-E00C-4A75-B3B1-61EC2DC7B715}" dt="2026-03-25T12:02:26.894" v="180" actId="113"/>
          <ac:spMkLst>
            <pc:docMk/>
            <pc:sldMk cId="2620739832" sldId="274"/>
            <ac:spMk id="4" creationId="{EDA44526-DA50-017B-659B-1503E38AD753}"/>
          </ac:spMkLst>
        </pc:spChg>
      </pc:sldChg>
      <pc:sldChg chg="addSp modSp new mod">
        <pc:chgData name="suraksha suvarna" userId="00b16c07337c4547" providerId="LiveId" clId="{6EA6A954-E00C-4A75-B3B1-61EC2DC7B715}" dt="2026-03-25T12:33:43.412" v="259" actId="113"/>
        <pc:sldMkLst>
          <pc:docMk/>
          <pc:sldMk cId="1333226203" sldId="275"/>
        </pc:sldMkLst>
        <pc:spChg chg="mod">
          <ac:chgData name="suraksha suvarna" userId="00b16c07337c4547" providerId="LiveId" clId="{6EA6A954-E00C-4A75-B3B1-61EC2DC7B715}" dt="2026-03-25T12:33:43.412" v="259" actId="113"/>
          <ac:spMkLst>
            <pc:docMk/>
            <pc:sldMk cId="1333226203" sldId="275"/>
            <ac:spMk id="2" creationId="{9CD82E2C-CFB5-BAA5-86CD-5843233A55B0}"/>
          </ac:spMkLst>
        </pc:spChg>
        <pc:spChg chg="add mod">
          <ac:chgData name="suraksha suvarna" userId="00b16c07337c4547" providerId="LiveId" clId="{6EA6A954-E00C-4A75-B3B1-61EC2DC7B715}" dt="2026-03-25T12:19:30.654" v="226" actId="12"/>
          <ac:spMkLst>
            <pc:docMk/>
            <pc:sldMk cId="1333226203" sldId="275"/>
            <ac:spMk id="4" creationId="{80420A03-8C3B-9A1E-DF64-6A4E06083F5E}"/>
          </ac:spMkLst>
        </pc:spChg>
        <pc:graphicFrameChg chg="add mod modGraphic">
          <ac:chgData name="suraksha suvarna" userId="00b16c07337c4547" providerId="LiveId" clId="{6EA6A954-E00C-4A75-B3B1-61EC2DC7B715}" dt="2026-03-25T12:18:35.072" v="215" actId="20577"/>
          <ac:graphicFrameMkLst>
            <pc:docMk/>
            <pc:sldMk cId="1333226203" sldId="275"/>
            <ac:graphicFrameMk id="3" creationId="{3A691EE3-1F8C-0DE9-9E16-13885DF68EDD}"/>
          </ac:graphicFrameMkLst>
        </pc:graphicFrameChg>
      </pc:sldChg>
      <pc:sldChg chg="addSp delSp modSp new mod">
        <pc:chgData name="suraksha suvarna" userId="00b16c07337c4547" providerId="LiveId" clId="{6EA6A954-E00C-4A75-B3B1-61EC2DC7B715}" dt="2026-03-25T12:23:07.756" v="258" actId="404"/>
        <pc:sldMkLst>
          <pc:docMk/>
          <pc:sldMk cId="1397132738" sldId="276"/>
        </pc:sldMkLst>
        <pc:spChg chg="mod">
          <ac:chgData name="suraksha suvarna" userId="00b16c07337c4547" providerId="LiveId" clId="{6EA6A954-E00C-4A75-B3B1-61EC2DC7B715}" dt="2026-03-25T12:22:53.645" v="256" actId="113"/>
          <ac:spMkLst>
            <pc:docMk/>
            <pc:sldMk cId="1397132738" sldId="276"/>
            <ac:spMk id="2" creationId="{DD1EFF7A-D043-5404-F39A-1A4C0095FAEB}"/>
          </ac:spMkLst>
        </pc:spChg>
        <pc:spChg chg="add mod">
          <ac:chgData name="suraksha suvarna" userId="00b16c07337c4547" providerId="LiveId" clId="{6EA6A954-E00C-4A75-B3B1-61EC2DC7B715}" dt="2026-03-25T12:23:07.756" v="258" actId="404"/>
          <ac:spMkLst>
            <pc:docMk/>
            <pc:sldMk cId="1397132738" sldId="276"/>
            <ac:spMk id="5" creationId="{0850AF99-7C73-13AA-5812-C18137CC8B08}"/>
          </ac:spMkLst>
        </pc:spChg>
        <pc:graphicFrameChg chg="add del mod modGraphic">
          <ac:chgData name="suraksha suvarna" userId="00b16c07337c4547" providerId="LiveId" clId="{6EA6A954-E00C-4A75-B3B1-61EC2DC7B715}" dt="2026-03-25T12:21:09.014" v="227" actId="478"/>
          <ac:graphicFrameMkLst>
            <pc:docMk/>
            <pc:sldMk cId="1397132738" sldId="276"/>
            <ac:graphicFrameMk id="3" creationId="{D80D5A30-09C5-3F08-B924-2487B4F36507}"/>
          </ac:graphicFrameMkLst>
        </pc:graphicFrameChg>
      </pc:sldChg>
      <pc:sldChg chg="addSp delSp modSp new mod">
        <pc:chgData name="suraksha suvarna" userId="00b16c07337c4547" providerId="LiveId" clId="{6EA6A954-E00C-4A75-B3B1-61EC2DC7B715}" dt="2026-03-25T12:35:55.911" v="278" actId="404"/>
        <pc:sldMkLst>
          <pc:docMk/>
          <pc:sldMk cId="2825181943" sldId="277"/>
        </pc:sldMkLst>
        <pc:spChg chg="mod">
          <ac:chgData name="suraksha suvarna" userId="00b16c07337c4547" providerId="LiveId" clId="{6EA6A954-E00C-4A75-B3B1-61EC2DC7B715}" dt="2026-03-25T12:34:48.537" v="265" actId="2711"/>
          <ac:spMkLst>
            <pc:docMk/>
            <pc:sldMk cId="2825181943" sldId="277"/>
            <ac:spMk id="2" creationId="{5F2EC599-EE12-3B02-6834-89946EF0A21E}"/>
          </ac:spMkLst>
        </pc:spChg>
        <pc:spChg chg="add del">
          <ac:chgData name="suraksha suvarna" userId="00b16c07337c4547" providerId="LiveId" clId="{6EA6A954-E00C-4A75-B3B1-61EC2DC7B715}" dt="2026-03-25T12:34:40.367" v="262" actId="22"/>
          <ac:spMkLst>
            <pc:docMk/>
            <pc:sldMk cId="2825181943" sldId="277"/>
            <ac:spMk id="4" creationId="{A5D1BB42-A2D5-6DCC-F9A6-A992C80E2CBC}"/>
          </ac:spMkLst>
        </pc:spChg>
        <pc:spChg chg="add mod">
          <ac:chgData name="suraksha suvarna" userId="00b16c07337c4547" providerId="LiveId" clId="{6EA6A954-E00C-4A75-B3B1-61EC2DC7B715}" dt="2026-03-25T12:35:55.911" v="278" actId="404"/>
          <ac:spMkLst>
            <pc:docMk/>
            <pc:sldMk cId="2825181943" sldId="277"/>
            <ac:spMk id="5" creationId="{6168F889-4C1B-584D-BC5D-5B5868E18884}"/>
          </ac:spMkLst>
        </pc:spChg>
      </pc:sldChg>
      <pc:sldChg chg="addSp delSp modSp new add del mod">
        <pc:chgData name="suraksha suvarna" userId="00b16c07337c4547" providerId="LiveId" clId="{6EA6A954-E00C-4A75-B3B1-61EC2DC7B715}" dt="2026-03-26T02:26:44.896" v="469" actId="2696"/>
        <pc:sldMkLst>
          <pc:docMk/>
          <pc:sldMk cId="2670100431" sldId="278"/>
        </pc:sldMkLst>
        <pc:spChg chg="mod">
          <ac:chgData name="suraksha suvarna" userId="00b16c07337c4547" providerId="LiveId" clId="{6EA6A954-E00C-4A75-B3B1-61EC2DC7B715}" dt="2026-03-25T12:41:40.432" v="316" actId="1076"/>
          <ac:spMkLst>
            <pc:docMk/>
            <pc:sldMk cId="2670100431" sldId="278"/>
            <ac:spMk id="2" creationId="{1851D086-FD56-C426-3F83-51E8B31ED877}"/>
          </ac:spMkLst>
        </pc:spChg>
        <pc:spChg chg="add mod">
          <ac:chgData name="suraksha suvarna" userId="00b16c07337c4547" providerId="LiveId" clId="{6EA6A954-E00C-4A75-B3B1-61EC2DC7B715}" dt="2026-03-25T12:41:47.178" v="317" actId="1076"/>
          <ac:spMkLst>
            <pc:docMk/>
            <pc:sldMk cId="2670100431" sldId="278"/>
            <ac:spMk id="3" creationId="{12EBC358-C637-5FFD-9A1C-031BCBAB8A7A}"/>
          </ac:spMkLst>
        </pc:spChg>
        <pc:cxnChg chg="add del mod">
          <ac:chgData name="suraksha suvarna" userId="00b16c07337c4547" providerId="LiveId" clId="{6EA6A954-E00C-4A75-B3B1-61EC2DC7B715}" dt="2026-03-25T12:39:42.508" v="295" actId="478"/>
          <ac:cxnSpMkLst>
            <pc:docMk/>
            <pc:sldMk cId="2670100431" sldId="278"/>
            <ac:cxnSpMk id="5" creationId="{43EF36C5-40FE-D642-5127-B7C9FE6A3A98}"/>
          </ac:cxnSpMkLst>
        </pc:cxnChg>
      </pc:sldChg>
      <pc:sldChg chg="modSp new mod">
        <pc:chgData name="suraksha suvarna" userId="00b16c07337c4547" providerId="LiveId" clId="{6EA6A954-E00C-4A75-B3B1-61EC2DC7B715}" dt="2026-03-26T02:27:10.466" v="487" actId="1076"/>
        <pc:sldMkLst>
          <pc:docMk/>
          <pc:sldMk cId="2635255399" sldId="279"/>
        </pc:sldMkLst>
        <pc:spChg chg="mod">
          <ac:chgData name="suraksha suvarna" userId="00b16c07337c4547" providerId="LiveId" clId="{6EA6A954-E00C-4A75-B3B1-61EC2DC7B715}" dt="2026-03-26T02:27:10.466" v="487" actId="1076"/>
          <ac:spMkLst>
            <pc:docMk/>
            <pc:sldMk cId="2635255399" sldId="279"/>
            <ac:spMk id="2" creationId="{5AE0CDF4-E521-D960-6939-47FD238CD7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6F52A-B624-499B-8C7D-A06F3EFFDD3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F5BAC-AFB1-4722-B173-E26C662E6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241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F5BAC-AFB1-4722-B173-E26C662E64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591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13C8-B735-7DAE-5775-49153A553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07496"/>
            <a:ext cx="8689976" cy="1255602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Bell MT" panose="02020503060305020303" pitchFamily="18" charset="0"/>
              </a:rPr>
              <a:t>FAKE NEWS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08B02-019C-0B29-97FC-B2D1715871D7}"/>
              </a:ext>
            </a:extLst>
          </p:cNvPr>
          <p:cNvSpPr txBox="1"/>
          <p:nvPr/>
        </p:nvSpPr>
        <p:spPr>
          <a:xfrm>
            <a:off x="1751012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Bell MT" panose="02020503060305020303" pitchFamily="18" charset="0"/>
              </a:rPr>
              <a:t>Name: Suraksha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Bell MT" panose="02020503060305020303" pitchFamily="18" charset="0"/>
              </a:rPr>
              <a:t>Course: MCA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Bell MT" panose="02020503060305020303" pitchFamily="18" charset="0"/>
              </a:rPr>
              <a:t>Reg No: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P05AZ24S126027</a:t>
            </a:r>
          </a:p>
        </p:txBody>
      </p:sp>
    </p:spTree>
    <p:extLst>
      <p:ext uri="{BB962C8B-B14F-4D97-AF65-F5344CB8AC3E}">
        <p14:creationId xmlns:p14="http://schemas.microsoft.com/office/powerpoint/2010/main" val="310096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CC5AC5-13D1-F14B-69B7-EF26B5CD5597}"/>
              </a:ext>
            </a:extLst>
          </p:cNvPr>
          <p:cNvSpPr txBox="1"/>
          <p:nvPr/>
        </p:nvSpPr>
        <p:spPr>
          <a:xfrm>
            <a:off x="2349910" y="17912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latin typeface="Bell MT" panose="02020503060305020303" pitchFamily="18" charset="0"/>
              </a:rPr>
              <a:t>				</a:t>
            </a:r>
            <a:r>
              <a:rPr lang="en-IN" sz="6000" b="1" dirty="0">
                <a:latin typeface="Bell MT" panose="02020503060305020303" pitchFamily="18" charset="0"/>
              </a:rPr>
              <a:t>Contents:</a:t>
            </a:r>
            <a:endParaRPr lang="en-IN" sz="4800" b="1" dirty="0">
              <a:latin typeface="Bell MT" panose="0202050306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2A041-D382-34FA-BCA1-7E0E350D7EC1}"/>
              </a:ext>
            </a:extLst>
          </p:cNvPr>
          <p:cNvSpPr txBox="1"/>
          <p:nvPr/>
        </p:nvSpPr>
        <p:spPr>
          <a:xfrm>
            <a:off x="914401" y="2045219"/>
            <a:ext cx="109039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								8.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						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									10.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4.Motivation 								11.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5.Benefits									12.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6.Challenges								13.Conclusion &amp; Future Work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7.Application								14.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Bell MT" panose="02020503060305020303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4224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34D1-2C84-5D4B-6AE4-9A131D16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2FE4DC-AD7F-D611-4AD2-3EE279F76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206" y="2826006"/>
            <a:ext cx="101960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internet and social media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online news content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spreads quickly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detection is difficult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enables automatic detection </a:t>
            </a:r>
          </a:p>
        </p:txBody>
      </p:sp>
    </p:spTree>
    <p:extLst>
      <p:ext uri="{BB962C8B-B14F-4D97-AF65-F5344CB8AC3E}">
        <p14:creationId xmlns:p14="http://schemas.microsoft.com/office/powerpoint/2010/main" val="300191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6DE0-C74A-499D-2B34-EEB1E411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49EF25-CA1B-A456-A5BF-B404A277B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4" y="2434010"/>
            <a:ext cx="952745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online news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rapidly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verify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automated detection system </a:t>
            </a:r>
          </a:p>
        </p:txBody>
      </p:sp>
    </p:spTree>
    <p:extLst>
      <p:ext uri="{BB962C8B-B14F-4D97-AF65-F5344CB8AC3E}">
        <p14:creationId xmlns:p14="http://schemas.microsoft.com/office/powerpoint/2010/main" val="399152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18DE-5373-B2E0-1BA3-7470C4AA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2030E-9183-E5E7-1C84-007D2FDB4635}"/>
              </a:ext>
            </a:extLst>
          </p:cNvPr>
          <p:cNvSpPr txBox="1"/>
          <p:nvPr/>
        </p:nvSpPr>
        <p:spPr>
          <a:xfrm>
            <a:off x="1750141" y="2437154"/>
            <a:ext cx="83475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detection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TF-IDF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ML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10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34A8-7A12-6CA9-EABF-12FAE53B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F9883-E538-DDDA-F2D3-F7EB12D08C24}"/>
              </a:ext>
            </a:extLst>
          </p:cNvPr>
          <p:cNvSpPr txBox="1"/>
          <p:nvPr/>
        </p:nvSpPr>
        <p:spPr>
          <a:xfrm>
            <a:off x="1637071" y="2723138"/>
            <a:ext cx="89178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misinformation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automation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learning interest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</a:p>
        </p:txBody>
      </p:sp>
    </p:spTree>
    <p:extLst>
      <p:ext uri="{BB962C8B-B14F-4D97-AF65-F5344CB8AC3E}">
        <p14:creationId xmlns:p14="http://schemas.microsoft.com/office/powerpoint/2010/main" val="116350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6542-35D4-83F5-AB5C-3CB9AE7E9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CEF01-E744-3014-9D5B-4B26C9F3828E}"/>
              </a:ext>
            </a:extLst>
          </p:cNvPr>
          <p:cNvSpPr txBox="1"/>
          <p:nvPr/>
        </p:nvSpPr>
        <p:spPr>
          <a:xfrm>
            <a:off x="1248697" y="2692794"/>
            <a:ext cx="78953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effort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organizations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35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A41E-EC1E-DAC5-4437-91F9579E2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8698F-025D-3BC9-5CDE-C979BACC1BA9}"/>
              </a:ext>
            </a:extLst>
          </p:cNvPr>
          <p:cNvSpPr txBox="1"/>
          <p:nvPr/>
        </p:nvSpPr>
        <p:spPr>
          <a:xfrm>
            <a:off x="1853380" y="2686642"/>
            <a:ext cx="84852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looks real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complexity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05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6747-D415-415F-2908-E1A56512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A80239-D222-5B5B-C0F5-59453CEA1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74" y="2135397"/>
            <a:ext cx="1018900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to identify and remove fake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websites to verify authenticity of articles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agencies to prevent misinformation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users to check credibility of news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 monitoring to avoid political manipulation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Fact-checking organizations for faster verification </a:t>
            </a:r>
          </a:p>
        </p:txBody>
      </p:sp>
    </p:spTree>
    <p:extLst>
      <p:ext uri="{BB962C8B-B14F-4D97-AF65-F5344CB8AC3E}">
        <p14:creationId xmlns:p14="http://schemas.microsoft.com/office/powerpoint/2010/main" val="295409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A488-D7CE-047A-37FE-7087CE60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15128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A9309E-74C6-0427-05B3-75CA757C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52" y="1825068"/>
            <a:ext cx="980276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obtained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and GitHub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articles (Fake and Real)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multiple features such as: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label: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→ Fake News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→ Real News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Textual (unstructured data)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machine learning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65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24F1-E570-4F2C-6406-E0F4AC63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448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 descr="diagram">
            <a:extLst>
              <a:ext uri="{FF2B5EF4-FFF2-40B4-BE49-F238E27FC236}">
                <a16:creationId xmlns:a16="http://schemas.microsoft.com/office/drawing/2014/main" id="{DEC96B90-3464-3D52-3B2C-817C0A032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019" y="1455174"/>
            <a:ext cx="5506065" cy="530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4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2F6E-E093-D883-C326-499A413A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CB3907-959C-A714-5C2C-10B4FE7FE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6" y="2214431"/>
            <a:ext cx="1126776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are checked and handled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data is cleaned (remove special characters &amp; punctuation)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text is converted 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 words (like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is, the, and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are removed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converted into numerical form using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split into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sets (75% / 25%)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359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1F62-20E5-B86D-8FE4-904EA7E2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F7D5D-B3F4-1D8B-7245-1DFD8BE2A8D5}"/>
              </a:ext>
            </a:extLst>
          </p:cNvPr>
          <p:cNvSpPr txBox="1"/>
          <p:nvPr/>
        </p:nvSpPr>
        <p:spPr>
          <a:xfrm>
            <a:off x="1170039" y="2692794"/>
            <a:ext cx="101081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text features are selected from news articles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is used for feature extraction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numerical feature vectors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irrelevant and less important 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Improves model performance Helps detect fake news patterns effectively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3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0C30-FFE9-2478-986F-A3FF87F7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591E82-4F57-B53D-C7C4-34011B8D7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51" y="2690830"/>
            <a:ext cx="1036445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– baseline classification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– best performing model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IN" sz="3200" dirty="0"/>
              <a:t>Forest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ensemble model with high accuracy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(KNN) – similarity-based model </a:t>
            </a:r>
          </a:p>
        </p:txBody>
      </p:sp>
    </p:spTree>
    <p:extLst>
      <p:ext uri="{BB962C8B-B14F-4D97-AF65-F5344CB8AC3E}">
        <p14:creationId xmlns:p14="http://schemas.microsoft.com/office/powerpoint/2010/main" val="565600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30E9-5029-2261-7AB5-72C50C2E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44526-DA50-017B-659B-1503E38AD753}"/>
              </a:ext>
            </a:extLst>
          </p:cNvPr>
          <p:cNvSpPr txBox="1"/>
          <p:nvPr/>
        </p:nvSpPr>
        <p:spPr>
          <a:xfrm>
            <a:off x="707924" y="2368330"/>
            <a:ext cx="103644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overall correctness of the model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predicted fake news are actually fake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actual fake news are correctly identified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balances precision and recall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shows correct and incorrect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73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2E2C-CFB5-BAA5-86CD-5843233A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691EE3-1F8C-0DE9-9E16-13885DF68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392822"/>
              </p:ext>
            </p:extLst>
          </p:nvPr>
        </p:nvGraphicFramePr>
        <p:xfrm>
          <a:off x="1435511" y="2214693"/>
          <a:ext cx="8819535" cy="2428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07">
                  <a:extLst>
                    <a:ext uri="{9D8B030D-6E8A-4147-A177-3AD203B41FA5}">
                      <a16:colId xmlns:a16="http://schemas.microsoft.com/office/drawing/2014/main" val="1068190509"/>
                    </a:ext>
                  </a:extLst>
                </a:gridCol>
                <a:gridCol w="1696337">
                  <a:extLst>
                    <a:ext uri="{9D8B030D-6E8A-4147-A177-3AD203B41FA5}">
                      <a16:colId xmlns:a16="http://schemas.microsoft.com/office/drawing/2014/main" val="3466837701"/>
                    </a:ext>
                  </a:extLst>
                </a:gridCol>
                <a:gridCol w="1831477">
                  <a:extLst>
                    <a:ext uri="{9D8B030D-6E8A-4147-A177-3AD203B41FA5}">
                      <a16:colId xmlns:a16="http://schemas.microsoft.com/office/drawing/2014/main" val="1257029849"/>
                    </a:ext>
                  </a:extLst>
                </a:gridCol>
                <a:gridCol w="1763907">
                  <a:extLst>
                    <a:ext uri="{9D8B030D-6E8A-4147-A177-3AD203B41FA5}">
                      <a16:colId xmlns:a16="http://schemas.microsoft.com/office/drawing/2014/main" val="1269849124"/>
                    </a:ext>
                  </a:extLst>
                </a:gridCol>
                <a:gridCol w="1763907">
                  <a:extLst>
                    <a:ext uri="{9D8B030D-6E8A-4147-A177-3AD203B41FA5}">
                      <a16:colId xmlns:a16="http://schemas.microsoft.com/office/drawing/2014/main" val="2315946189"/>
                    </a:ext>
                  </a:extLst>
                </a:gridCol>
              </a:tblGrid>
              <a:tr h="424136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402238"/>
                  </a:ext>
                </a:extLst>
              </a:tr>
              <a:tr h="73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539338"/>
                  </a:ext>
                </a:extLst>
              </a:tr>
              <a:tr h="42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925306"/>
                  </a:ext>
                </a:extLst>
              </a:tr>
              <a:tr h="42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164493"/>
                  </a:ext>
                </a:extLst>
              </a:tr>
              <a:tr h="42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26607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0420A03-8C3B-9A1E-DF64-6A4E0608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522" y="4896069"/>
            <a:ext cx="112617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showed highest accuracy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precision and recall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 classified fake and real news </a:t>
            </a:r>
          </a:p>
        </p:txBody>
      </p:sp>
    </p:spTree>
    <p:extLst>
      <p:ext uri="{BB962C8B-B14F-4D97-AF65-F5344CB8AC3E}">
        <p14:creationId xmlns:p14="http://schemas.microsoft.com/office/powerpoint/2010/main" val="133322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FF7A-D043-5404-F39A-1A4C0095F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0AF99-7C73-13AA-5812-C18137CC8B08}"/>
              </a:ext>
            </a:extLst>
          </p:cNvPr>
          <p:cNvSpPr txBox="1"/>
          <p:nvPr/>
        </p:nvSpPr>
        <p:spPr>
          <a:xfrm>
            <a:off x="1120878" y="2214694"/>
            <a:ext cx="9606116" cy="334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Fake News Detection system was successfully developed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 models were applied to classify news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TF-IDF improved feature extraction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achieved highest accuracy (99.3%)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provides reliable and efficient results 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reduce spread of fake news</a:t>
            </a:r>
          </a:p>
        </p:txBody>
      </p:sp>
    </p:spTree>
    <p:extLst>
      <p:ext uri="{BB962C8B-B14F-4D97-AF65-F5344CB8AC3E}">
        <p14:creationId xmlns:p14="http://schemas.microsoft.com/office/powerpoint/2010/main" val="1397132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C599-EE12-3B02-6834-89946EF0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68F889-4C1B-584D-BC5D-5B5868E1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3" y="2255090"/>
            <a:ext cx="100092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 (LSTM, CNN, BERT)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fake news detection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updated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web or mobile application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181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D086-FD56-C426-3F83-51E8B31E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425" y="522919"/>
            <a:ext cx="10364451" cy="11316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EBC358-C637-5FFD-9A1C-031BCBAB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13" y="1903098"/>
            <a:ext cx="1120877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Allcott and M.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Gentzkow,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“Social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Media and Fake News in the 2016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Election,”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Economic Perspectives, 2017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Shu 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al.,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“Fake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News Detection on Social Media: A Data Mining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Perspective,”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SIGKDD Explorations, 2017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V. L. Rubin 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al.,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“Deception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 for News: Three Types of Fake News,”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ASIS&amp;T Conference, 2015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P. Kumar and A.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Gupta,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Survey on Fake News Detection Using Machine Learning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Techniques,”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Journal of Computer Applications, 2019 </a:t>
            </a:r>
          </a:p>
        </p:txBody>
      </p:sp>
    </p:spTree>
    <p:extLst>
      <p:ext uri="{BB962C8B-B14F-4D97-AF65-F5344CB8AC3E}">
        <p14:creationId xmlns:p14="http://schemas.microsoft.com/office/powerpoint/2010/main" val="2670100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CDF4-E521-D960-6939-47FD238C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2" y="2368659"/>
            <a:ext cx="10364451" cy="1596177"/>
          </a:xfrm>
        </p:spPr>
        <p:txBody>
          <a:bodyPr>
            <a:normAutofit/>
          </a:bodyPr>
          <a:lstStyle/>
          <a:p>
            <a:r>
              <a:rPr lang="en-IN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3525539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{1D7B8C32-3BB5-4311-B556-4DCBE1FDFBAF}TF62d0d592-7ac2-4846-a919-75806e8bead49553d537-f813ce055067</Template>
  <TotalTime>304</TotalTime>
  <Words>731</Words>
  <Application>Microsoft Office PowerPoint</Application>
  <PresentationFormat>Widescreen</PresentationFormat>
  <Paragraphs>147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Bell MT</vt:lpstr>
      <vt:lpstr>Calibri</vt:lpstr>
      <vt:lpstr>Courier New</vt:lpstr>
      <vt:lpstr>Times New Roman</vt:lpstr>
      <vt:lpstr>Tw Cen MT</vt:lpstr>
      <vt:lpstr>Droplet</vt:lpstr>
      <vt:lpstr>FAKE NEWS DETECTION</vt:lpstr>
      <vt:lpstr>PowerPoint Presentation</vt:lpstr>
      <vt:lpstr>Introduction</vt:lpstr>
      <vt:lpstr>Problem Statement</vt:lpstr>
      <vt:lpstr>Objectives</vt:lpstr>
      <vt:lpstr>Motivation</vt:lpstr>
      <vt:lpstr>Benefits</vt:lpstr>
      <vt:lpstr>Challenges</vt:lpstr>
      <vt:lpstr>Applications </vt:lpstr>
      <vt:lpstr>Dataset Description</vt:lpstr>
      <vt:lpstr>System Architecture</vt:lpstr>
      <vt:lpstr>Data Preprocessing</vt:lpstr>
      <vt:lpstr>Feature Extraction </vt:lpstr>
      <vt:lpstr>Machine Learning Models</vt:lpstr>
      <vt:lpstr>Evaluation Metrics</vt:lpstr>
      <vt:lpstr>RESULT</vt:lpstr>
      <vt:lpstr>Conclusion </vt:lpstr>
      <vt:lpstr>Future Work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suraksha suvarna</dc:creator>
  <cp:lastModifiedBy>suraksha suvarna</cp:lastModifiedBy>
  <cp:revision>1</cp:revision>
  <dcterms:created xsi:type="dcterms:W3CDTF">2026-03-25T09:20:24Z</dcterms:created>
  <dcterms:modified xsi:type="dcterms:W3CDTF">2026-03-26T05:32:09Z</dcterms:modified>
</cp:coreProperties>
</file>